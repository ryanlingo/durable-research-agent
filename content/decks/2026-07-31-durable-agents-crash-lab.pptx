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Multi-step agents die when the process dies. Today we measure that with tokens, not slogans.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Checkpoints help only as far as the recovery code you maintain.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tokens diverge after a crash, that is the control plane, not a different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Ordinary agent work. If durability is messy here, it is messier in a larger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Shared agent logic above. without_temporal left. with_temporal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process + checkpoints. Right: Workflow Execution + Activities. Same crash point. Stop talking while pipelines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Reliability shows up as money. The bill tracks how complete your resume path is. Savings ~1,930 tokens.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Gaps are intentional: mid-gather, re-eval, coarse status. See content/concepts/recovery-gaps.md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Durable Execution means the run keeps progress through failures. You design the agent; stop re-implementing a half workflow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into Workflow Execution; Worker need not stay warm for the wait.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every gap in-app is how teams invent a private Temporal with worse observability.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Showcase. If the token gap is obvious without a lecture, the control plane was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AGENTS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Crash lab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research agent. Two control planes. One kill -9.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we care about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dies mid-write: deploy, OOM, laptop sleep.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01168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lost?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LLM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51760" cy="201168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re-paid?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write, judge…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51760" cy="201168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reused?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work, or not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fix bad HTTP. They do not fix process death.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2/12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agent, two stacks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stack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Temporal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flow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asyncio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 Execution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tenacity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Activity Retry Policy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after crash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SQLite you maintain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History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approval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poll a DB row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Shared: tools, prompts, RAG corpus, judge, token counters. Only orchestration changes.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3/12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(shared brain)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clarify → plan → retrieve → search (parallel) → write → evaluate → approve</a:t>
            </a:r>
            <a:endParaRPr lang="en-US" sz="1400" dirty="0"/>
          </a:p>
        </p:txBody>
      </p:sp>
      <p:pic>
        <p:nvPicPr>
          <p:cNvPr id="4" name="Image 0" descr="/Users/ryan/Desktop/durable-research-agent/content/assets/diagrams/06-pipeline-line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8229600" cy="2560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is parallel on both sides on purpose (fair comparison).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4/12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pic>
        <p:nvPicPr>
          <p:cNvPr id="3" name="Image 0" descr="/Users/ryan/Desktop/durable-research-agent/content/assets/diagrams/02-shared-brain-two-runtim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8412480" cy="3291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above the split is the experimental control. Below it is the product decision.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5/12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Showcase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Showcase  ·  Crash at: writing  ·  No API keys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Live: python -m ui.app   or play the mp4</a:t>
            </a:r>
            <a:endParaRPr lang="en-US" sz="1400" dirty="0"/>
          </a:p>
        </p:txBody>
      </p:sp>
      <p:pic>
        <p:nvPicPr>
          <p:cNvPr id="4" name="Image 0" descr="/Users/ryan/Desktop/durable-research-agent/content/assets/media/2026-07-31-showcase-mid-r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768096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6/12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crash: tokens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Scripted Showcase (mid-write)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55448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~6,520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Temporal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55448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~4,590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38328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Temporal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554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~29.6%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2179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savings</a:t>
            </a:r>
            <a:endParaRPr lang="en-US" sz="1300" dirty="0"/>
          </a:p>
        </p:txBody>
      </p:sp>
      <p:pic>
        <p:nvPicPr>
          <p:cNvPr id="13" name="Image 0" descr="/Users/ryan/Desktop/durable-research-agent/content/assets/media/2026-07-31-showcase-comparison-pa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3063240"/>
            <a:ext cx="6400800" cy="1417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7/12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Temporal: what re-ran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draft not checkpointed → rewrite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recovery can re-touch earlier steps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lists What re-ran + token deltas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path: retries, checkpoints, approval; still re-pays</a:t>
            </a:r>
            <a:endParaRPr lang="en-US" sz="1500" dirty="0"/>
          </a:p>
        </p:txBody>
      </p:sp>
      <p:pic>
        <p:nvPicPr>
          <p:cNvPr id="4" name="Image 0" descr="/Users/ryan/Desktop/durable-research-agent/content/assets/diagrams/03-crash-without-tempo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1005840"/>
            <a:ext cx="41148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8/12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Temporal: Worker vs Execution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the Worker Process ≠ kill the Workflow Execution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History records completed Activities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resume: replay history; completed Activities not re-run</a:t>
            </a:r>
            <a:endParaRPr lang="en-US" sz="1500" dirty="0"/>
          </a:p>
        </p:txBody>
      </p:sp>
      <p:pic>
        <p:nvPicPr>
          <p:cNvPr id="4" name="Image 0" descr="/Users/ryan/Desktop/durable-research-agent/content/assets/diagrams/04-crash-with-tempo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914400"/>
            <a:ext cx="411480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9/12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HITL: poll vs Signal</a:t>
            </a:r>
            <a:endParaRPr lang="en-US" sz="2800" dirty="0"/>
          </a:p>
        </p:txBody>
      </p:sp>
      <p:pic>
        <p:nvPicPr>
          <p:cNvPr id="3" name="Image 0" descr="/Users/ryan/Desktop/durable-research-agent/content/assets/diagrams/05-hitl-polling-vs-sig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time is long. Polling processes charge you for waiting. Signals do not.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10/12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 + intentional gaps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tools, parallel search, judge, tokens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checkpoints and approval on the left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Crash both at a named stage when measuring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39776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Intentional gaps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Mid-write draft boundary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Mid-gather search batch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 status resume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Re-eval after some resumes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agents crash lab  ·  11/12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772400" cy="1371600"/>
          </a:xfrm>
          <a:prstGeom prst="rect">
            <a:avLst/>
          </a:prstGeom>
          <a:solidFill>
            <a:srgbClr val="F0F0F0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ui.app          # Showcase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content/tutorials/        # step-by-step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crash doubles spend, the control plane is incomplete.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github.com/ryanlingo/durable-research-agent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Durable agents crash lab</dc:title>
  <dc:subject>Same research agent twice; crash mid-write; compare tokens</dc:subject>
  <dc:creator>Durable Research Agent</dc:creator>
  <cp:lastModifiedBy>Durable Research Agent</cp:lastModifiedBy>
  <cp:revision>1</cp:revision>
  <dcterms:created xsi:type="dcterms:W3CDTF">2026-07-31T23:21:48Z</dcterms:created>
  <dcterms:modified xsi:type="dcterms:W3CDTF">2026-07-31T23:21:48Z</dcterms:modified>
</cp:coreProperties>
</file>